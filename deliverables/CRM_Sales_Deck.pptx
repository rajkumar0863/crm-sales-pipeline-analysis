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2E"/>
                </a:solidFill>
                <a:latin typeface="Segoe UI"/>
              </a:rPr>
              <a:t>CRM Sales Pipeline: Where Winnable Revenue Leaks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55606E"/>
                </a:solidFill>
                <a:latin typeface="Segoe UI"/>
              </a:rPr>
              <a:t>Prepared by Rajkumar Vijayan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55606E"/>
                </a:solidFill>
                <a:latin typeface="Segoe UI"/>
              </a:rPr>
              <a:t>Client: MavenTech  ·  Analysis of 8,800 sales opportunities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55606E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Segoe UI"/>
              </a:rPr>
              <a:t>MavenTech can recover at least $237K in won revenue from sales coaching alone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Situation: MavenTech's sales team wins 63.2% of closed deals and $10.0M in revenue, but has no visibility into where value is lost.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Complication: A diagnosis of 8,800 opportunities reveals two recoverable gaps.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Findings: a 15-point win-rate spread across agents, and $4.9M in losses concentrated in three products.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Recommendation: coaching below-median agents to the team average alone represents at least $237K in recoverable revenue, within one quarter.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Segoe UI"/>
              </a:rPr>
              <a:t>MavenTech's new CRM tracks deals but leaves leadership blind to where they're won or lost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A new CRM system captures every opportunity, but the data has no visibility outside the platform.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Leadership cannot see which agents, products, or stages drive won vs. lost revenue.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Question: where is the team losing winnable revenue, and what is it worth to fix?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Segoe UI"/>
              </a:rPr>
              <a:t>We traced 8,800 opportunities end-to-end, from raw CRM extract to validated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Data: 8,800 B2B deals across four linked tables (opportunities, agents, accounts, products).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Method: cleaned and validated in Python, diagnosed the funnel, cross-checked every figure in Tableau.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Examined three levers: agent consistency, lost-deal concentration, and discount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  <a:latin typeface="Segoe UI"/>
              </a:rPr>
              <a:t>One view of the whole pipeline: win rate, revenue, and where deals are lost</a:t>
            </a:r>
          </a:p>
        </p:txBody>
      </p:sp>
      <p:pic>
        <p:nvPicPr>
          <p:cNvPr id="3" name="Picture 2" descr="CRM_Sale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10515600" cy="41764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606E"/>
                </a:solidFill>
                <a:latin typeface="Segoe UI"/>
              </a:rPr>
              <a:t>Live, interactive dashboard published on Tableau Public.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Segoe UI"/>
              </a:rPr>
              <a:t>The team wins 63% of deals — but individual win rates swing 15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Median agent win rate is 63.6%, but rates range from 55% to 70% across the team.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The spread holds on the same products and accounts — so it reflects execution, not territory.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That gap is coachable, which makes it the most actionable lever.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Segoe UI"/>
              </a:rPr>
              <a:t>Lifting below-median agents to the team average is worth at least $237K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Counting only agents below median, lifted only to the median (a deliberately conservative floor).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That yields 101 additional wins at an average deal value of $2,361.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Estimated upside: $237,433 — a 2.4% lift on current won revenue.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This is the floor: lifting to top-quartile performance would recover materially more.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Segoe UI"/>
              </a:rPr>
              <a:t>Three products drive ~$4.9M of lost revenue — and GTX Pro loses the most per 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GTX Pro ($2.0M), MG Advanced ($1.46M), and GTX Plus Pro ($1.46M) account for most losses.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GTX Pro loses fewer deals than MG Advanced but costs more per loss — it is higher-value.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Prioritising GTX Pro win-back therefore returns more per deal recovered.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Segoe UI"/>
              </a:rPr>
              <a:t>A single CRM naming inconsistency was hiding the #1 lost-revenue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The CRM stored the same product as both 'GTXPro' and 'GTX Pro', silently breaking table joins.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This undercounted GTX Pro's losses until the naming was standardised.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Fixing one data-quality issue changed which product looked worst — a process gap worth closing.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Segoe UI"/>
              </a:rPr>
              <a:t>Three targeted actions capture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Coach bottom-quartile agents toward the median team's playbook and cadence.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Prioritise GTX Pro win-back, given its high revenue-per-lost-deal.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Enforce consistent product naming in the CRM to keep reporting reliable.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2E"/>
                </a:solidFill>
                <a:latin typeface="Segoe UI"/>
              </a:rPr>
              <a:t>At least $237K is recoverable from coaching alone, measurable within one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Track win rate by agent monthly and close the gap to the team median.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Run a targeted GTX Pro loss review to recover high-value deals.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2E"/>
                </a:solidFill>
                <a:latin typeface="Segoe UI"/>
              </a:rPr>
              <a:t>•  Upside beyond $237K: lifting above median, plus the product-loss lever, both add to the total.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